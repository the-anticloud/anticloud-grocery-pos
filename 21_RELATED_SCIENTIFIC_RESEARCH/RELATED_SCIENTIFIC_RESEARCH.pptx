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GROCERY_POS | Category: SUPERMARKETS</a:t>
            </a:r>
          </a:p>
          <a:p>
            <a:r>
              <a:rPr sz="1400"/>
              <a:t>Upstream: https://github.com/rconcellado/grocery-pos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GROCERY_POS.</a:t>
            </a:r>
          </a:p>
          <a:p>
            <a:r>
              <a:rPr sz="1400"/>
              <a:t>Full-stack POS and inventory for retail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GROCERY_POS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